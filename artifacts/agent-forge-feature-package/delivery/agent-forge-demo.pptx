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dca509b6e496c" /><Relationship Type="http://schemas.openxmlformats.org/officeDocument/2006/relationships/extended-properties" Target="/docProps/app.xml" Id="R628443be0c6747ff" /><Relationship Type="http://schemas.openxmlformats.org/officeDocument/2006/relationships/officeDocument" Target="/ppt/presentation.xml" Id="R014b779da8db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7eb7073b7a442e"/>
  </p:sldMasterIdLst>
  <p:notesMasterIdLst>
    <p:notesMasterId xmlns:r="http://schemas.openxmlformats.org/officeDocument/2006/relationships" r:id="Rb917dcefd55c491f"/>
  </p:notesMasterIdLst>
  <p:sldIdLst>
    <p:sldId xmlns:r="http://schemas.openxmlformats.org/officeDocument/2006/relationships" id="256" r:id="R3ad3bf050f5f4e61"/>
    <p:sldId xmlns:r="http://schemas.openxmlformats.org/officeDocument/2006/relationships" id="257" r:id="R055b6c1aaae74cbd"/>
    <p:sldId xmlns:r="http://schemas.openxmlformats.org/officeDocument/2006/relationships" id="258" r:id="R743d0b36bced49cf"/>
    <p:sldId xmlns:r="http://schemas.openxmlformats.org/officeDocument/2006/relationships" id="259" r:id="R87a791f61efd4065"/>
    <p:sldId xmlns:r="http://schemas.openxmlformats.org/officeDocument/2006/relationships" id="260" r:id="Rc65d24929f904223"/>
    <p:sldId xmlns:r="http://schemas.openxmlformats.org/officeDocument/2006/relationships" id="261" r:id="R663e3055d3c94483"/>
    <p:sldId xmlns:r="http://schemas.openxmlformats.org/officeDocument/2006/relationships" id="262" r:id="R916ac67156fd40b8"/>
    <p:sldId xmlns:r="http://schemas.openxmlformats.org/officeDocument/2006/relationships" id="263" r:id="R1a1761c509f0480a"/>
    <p:sldId xmlns:r="http://schemas.openxmlformats.org/officeDocument/2006/relationships" id="264" r:id="R4314e0b547f143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10b9ac27f4c71" /><Relationship Type="http://schemas.openxmlformats.org/officeDocument/2006/relationships/slideMaster" Target="/ppt/slideMasters/slideMaster1.xml" Id="Rb77eb7073b7a442e" /><Relationship Type="http://schemas.openxmlformats.org/officeDocument/2006/relationships/notesMaster" Target="/ppt/notesMasters/notesMaster1.xml" Id="Rb917dcefd55c491f" /><Relationship Type="http://schemas.openxmlformats.org/officeDocument/2006/relationships/presProps" Target="/ppt/presProps.xml" Id="Reda87d3fa5ee4358" /><Relationship Type="http://schemas.openxmlformats.org/officeDocument/2006/relationships/tableStyles" Target="/ppt/tableStyles.xml" Id="Re19c37a3dcca48ae" /><Relationship Type="http://schemas.openxmlformats.org/officeDocument/2006/relationships/slide" Target="/ppt/slides/slide1.xml" Id="R3ad3bf050f5f4e61" /><Relationship Type="http://schemas.openxmlformats.org/officeDocument/2006/relationships/slide" Target="/ppt/slides/slide2.xml" Id="R055b6c1aaae74cbd" /><Relationship Type="http://schemas.openxmlformats.org/officeDocument/2006/relationships/slide" Target="/ppt/slides/slide3.xml" Id="R743d0b36bced49cf" /><Relationship Type="http://schemas.openxmlformats.org/officeDocument/2006/relationships/slide" Target="/ppt/slides/slide4.xml" Id="R87a791f61efd4065" /><Relationship Type="http://schemas.openxmlformats.org/officeDocument/2006/relationships/slide" Target="/ppt/slides/slide5.xml" Id="Rc65d24929f904223" /><Relationship Type="http://schemas.openxmlformats.org/officeDocument/2006/relationships/slide" Target="/ppt/slides/slide6.xml" Id="R663e3055d3c94483" /><Relationship Type="http://schemas.openxmlformats.org/officeDocument/2006/relationships/slide" Target="/ppt/slides/slide7.xml" Id="R916ac67156fd40b8" /><Relationship Type="http://schemas.openxmlformats.org/officeDocument/2006/relationships/slide" Target="/ppt/slides/slide8.xml" Id="R1a1761c509f0480a" /><Relationship Type="http://schemas.openxmlformats.org/officeDocument/2006/relationships/slide" Target="/ppt/slides/slide9.xml" Id="R4314e0b547f143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13c0accd9b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dd418a9e449c9" /><Relationship Type="http://schemas.openxmlformats.org/officeDocument/2006/relationships/notesMaster" Target="/ppt/notesMasters/notesMaster1.xml" Id="Rcba6c31fcf014a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ea3f78a8714762" /><Relationship Type="http://schemas.openxmlformats.org/officeDocument/2006/relationships/notesMaster" Target="/ppt/notesMasters/notesMaster1.xml" Id="Ra249722e984b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381e39c47e4768" /><Relationship Type="http://schemas.openxmlformats.org/officeDocument/2006/relationships/notesMaster" Target="/ppt/notesMasters/notesMaster1.xml" Id="R6a5013b46eab4f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7f88234436467c" /><Relationship Type="http://schemas.openxmlformats.org/officeDocument/2006/relationships/notesMaster" Target="/ppt/notesMasters/notesMaster1.xml" Id="R69d2c4e38bc0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48888275e430e" /><Relationship Type="http://schemas.openxmlformats.org/officeDocument/2006/relationships/notesMaster" Target="/ppt/notesMasters/notesMaster1.xml" Id="R1553f794a8d3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9b8fa14f05419e" /><Relationship Type="http://schemas.openxmlformats.org/officeDocument/2006/relationships/notesMaster" Target="/ppt/notesMasters/notesMaster1.xml" Id="R12abc42425f345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0974714bb44ab" /><Relationship Type="http://schemas.openxmlformats.org/officeDocument/2006/relationships/notesMaster" Target="/ppt/notesMasters/notesMaster1.xml" Id="Rd09f73aec146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7c10690bde49f0" /><Relationship Type="http://schemas.openxmlformats.org/officeDocument/2006/relationships/notesMaster" Target="/ppt/notesMasters/notesMaster1.xml" Id="Raa6b7dd8bf9d4e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c1d8d33aae4983" /><Relationship Type="http://schemas.openxmlformats.org/officeDocument/2006/relationships/notesMaster" Target="/ppt/notesMasters/notesMaster1.xml" Id="R50022d9b4e01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Agent Forge demonstration scope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qa/auth-request.png; qa/auth-status.png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qa/01-read.png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qa/02-write.png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qa/03-edit.png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qa/04-bash.png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Agent and JSONL session behavior demonstrated in captured terminal session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qa/05-composite.png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demonstrated Agent Forge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4dfe4d2fd4c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05a92c24064b58" /><Relationship Type="http://schemas.openxmlformats.org/officeDocument/2006/relationships/slideLayout" Target="/ppt/slideLayouts/slideLayout1.xml" Id="R7935527d34f9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5527d34f9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21fab8afb4393" /><Relationship Type="http://schemas.openxmlformats.org/officeDocument/2006/relationships/notesSlide" Target="/ppt/notesSlides/notesSlide1.xml" Id="Ra4e507b74382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40e59e5934f4a" /><Relationship Type="http://schemas.openxmlformats.org/officeDocument/2006/relationships/image" Target="/ppt/media/image.png" Id="R9a9eb31f033e4279" /><Relationship Type="http://schemas.openxmlformats.org/officeDocument/2006/relationships/image" Target="/ppt/media/image2.png" Id="Re5bc9b2209484761" /><Relationship Type="http://schemas.openxmlformats.org/officeDocument/2006/relationships/notesSlide" Target="/ppt/notesSlides/notesSlide2.xml" Id="R68fbcccaed78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19d8371cb4466" /><Relationship Type="http://schemas.openxmlformats.org/officeDocument/2006/relationships/image" Target="/ppt/media/image3.png" Id="R641f2bbdd9ec4046" /><Relationship Type="http://schemas.openxmlformats.org/officeDocument/2006/relationships/notesSlide" Target="/ppt/notesSlides/notesSlide3.xml" Id="Rf365e3edc4cd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f30cb25784886" /><Relationship Type="http://schemas.openxmlformats.org/officeDocument/2006/relationships/image" Target="/ppt/media/image4.png" Id="R2d9da67669904e22" /><Relationship Type="http://schemas.openxmlformats.org/officeDocument/2006/relationships/notesSlide" Target="/ppt/notesSlides/notesSlide4.xml" Id="R609ce289188d4c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4f2c3c4a34acc" /><Relationship Type="http://schemas.openxmlformats.org/officeDocument/2006/relationships/image" Target="/ppt/media/image5.png" Id="Reaeac11972ba40c1" /><Relationship Type="http://schemas.openxmlformats.org/officeDocument/2006/relationships/notesSlide" Target="/ppt/notesSlides/notesSlide5.xml" Id="Rb16b44d4a633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fcd0402414726" /><Relationship Type="http://schemas.openxmlformats.org/officeDocument/2006/relationships/image" Target="/ppt/media/image6.png" Id="Rbee7c7b9a14e4142" /><Relationship Type="http://schemas.openxmlformats.org/officeDocument/2006/relationships/notesSlide" Target="/ppt/notesSlides/notesSlide6.xml" Id="Rdbf64ad952d046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2c040f404e9d" /><Relationship Type="http://schemas.openxmlformats.org/officeDocument/2006/relationships/notesSlide" Target="/ppt/notesSlides/notesSlide7.xml" Id="Rcbbf74cda9724e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402ef2cb4c08" /><Relationship Type="http://schemas.openxmlformats.org/officeDocument/2006/relationships/image" Target="/ppt/media/image7.png" Id="R969c98e46fba4f85" /><Relationship Type="http://schemas.openxmlformats.org/officeDocument/2006/relationships/notesSlide" Target="/ppt/notesSlides/notesSlide8.xml" Id="R1d1836f69cd949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0cbf4e6b64e8d" /><Relationship Type="http://schemas.openxmlformats.org/officeDocument/2006/relationships/notesSlide" Target="/ppt/notesSlides/notesSlide9.xml" Id="R3bb0cc34ac104c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FD375-FA61-46A1-A300-843C59A9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56C06F4-EEFB-4AC8-8F6B-7947852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6E8"/>
                </a:solidFill>
              </a:defRPr>
            </a:pPr>
            <a:r>
              <a:rPr sz="1650" b="1">
                <a:solidFill>
                  <a:srgbClr val="57D6E8"/>
                </a:solidFill>
              </a:rPr>
              <a:t>AGENT FORGE</a:t>
            </a:r>
          </a:p>
        </p:txBody>
      </p:sp>
      <p:sp>
        <p:nvSpPr>
          <p:cNvPr id="3" name="hero">
            <a:extLst xmlns:a="http://schemas.openxmlformats.org/drawingml/2006/main">
              <a:ext uri="{FF2B5EF4-FFF2-40B4-BE49-F238E27FC236}">
                <a16:creationId xmlns:a16="http://schemas.microsoft.com/office/drawing/2014/main" id="{41D7A01C-32AF-4273-A22E-9ACAECF7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8FF"/>
                </a:solidFill>
              </a:defRPr>
            </a:pPr>
            <a:r>
              <a:rPr sz="4050" b="1">
                <a:solidFill>
                  <a:srgbClr val="F4F8FF"/>
                </a:solidFill>
              </a:rPr>
              <a:t>사람의 요청을 받아</a:t>
            </a:r>
          </a:p>
          <a:p xmlns:a="http://schemas.openxmlformats.org/drawingml/2006/main">
            <a:pPr algn="l">
              <a:defRPr sz="4050" b="1">
                <a:solidFill>
                  <a:srgbClr val="F4F8FF"/>
                </a:solidFill>
              </a:defRPr>
            </a:pPr>
            <a:r>
              <a:rPr sz="4050" b="1">
                <a:solidFill>
                  <a:srgbClr val="F4F8FF"/>
                </a:solidFill>
              </a:rPr>
              <a:t>파일을 직접 다루는 Agent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CE630DB0-54A1-40A7-856F-ABA8549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1A4BE"/>
                </a:solidFill>
              </a:defRPr>
            </a:pPr>
            <a:r>
              <a:rPr sz="1950" b="0">
                <a:solidFill>
                  <a:srgbClr val="91A4BE"/>
                </a:solidFill>
              </a:rPr>
              <a:t>로그인부터 파일 읽기·생성·수정·명령 실행까지</a:t>
            </a:r>
          </a:p>
          <a:p xmlns:a="http://schemas.openxmlformats.org/drawingml/2006/main">
            <a:pPr algn="l">
              <a:defRPr sz="1950" b="0">
                <a:solidFill>
                  <a:srgbClr val="91A4BE"/>
                </a:solidFill>
              </a:defRPr>
            </a:pPr>
            <a:r>
              <a:rPr sz="1950" b="0">
                <a:solidFill>
                  <a:srgbClr val="91A4BE"/>
                </a:solidFill>
              </a:rPr>
              <a:t>실제 PowerShell에서 이어지는 사용 흐름</a:t>
            </a:r>
          </a:p>
        </p:txBody>
      </p:sp>
      <p:sp>
        <p:nvSpPr>
          <p:cNvPr id="5" name="flow">
            <a:extLst xmlns:a="http://schemas.openxmlformats.org/drawingml/2006/main">
              <a:ext uri="{FF2B5EF4-FFF2-40B4-BE49-F238E27FC236}">
                <a16:creationId xmlns:a16="http://schemas.microsoft.com/office/drawing/2014/main" id="{FFA36F4B-DDB6-43AD-97BA-C23D369A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E39B"/>
                </a:solidFill>
              </a:defRPr>
            </a:pPr>
            <a:r>
              <a:rPr sz="1650" b="1">
                <a:solidFill>
                  <a:srgbClr val="57E39B"/>
                </a:solidFill>
              </a:rPr>
              <a:t>LOGIN   →   READ   →   WRITE   →   EDIT   →   BASH</a:t>
            </a:r>
          </a:p>
        </p:txBody>
      </p:sp>
    </p:spTree>
    <p:extLst>
      <p:ext uri="{BB962C8B-B14F-4D97-AF65-F5344CB8AC3E}">
        <p14:creationId xmlns:p14="http://schemas.microsoft.com/office/powerpoint/2010/main" val="8249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84008-7354-4212-B584-4E322E4F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8F54DB24-613E-473C-B4A3-2AD1A900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SIGN 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C7D5850-9827-4DB4-A303-DB981D4A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필요할 때 로그인하고 바로 작업을 시작한다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3632973-C233-423A-8FAE-7D44E4D5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02</a:t>
            </a:r>
          </a:p>
        </p:txBody>
      </p:sp>
      <p:sp>
        <p:nvSpPr>
          <p:cNvPr id="5" name="auth-copy">
            <a:extLst xmlns:a="http://schemas.openxmlformats.org/drawingml/2006/main">
              <a:ext uri="{FF2B5EF4-FFF2-40B4-BE49-F238E27FC236}">
                <a16:creationId xmlns:a16="http://schemas.microsoft.com/office/drawing/2014/main" id="{8D12E1AC-984E-4E47-8FF1-3420316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8FF"/>
                </a:solidFill>
              </a:defRPr>
            </a:pPr>
            <a:r>
              <a:rPr sz="1950" b="1">
                <a:solidFill>
                  <a:srgbClr val="F4F8FF"/>
                </a:solidFill>
              </a:rPr>
              <a:t>로그인 정보가 없으면 CLI가</a:t>
            </a:r>
          </a:p>
          <a:p xmlns:a="http://schemas.openxmlformats.org/drawingml/2006/main">
            <a:pPr algn="l">
              <a:defRPr sz="1950" b="1">
                <a:solidFill>
                  <a:srgbClr val="F4F8FF"/>
                </a:solidFill>
              </a:defRPr>
            </a:pPr>
            <a:r>
              <a:rPr sz="1950" b="1">
                <a:solidFill>
                  <a:srgbClr val="F4F8FF"/>
                </a:solidFill>
              </a:rPr>
              <a:t>다음 명령을 안내한다.</a:t>
            </a:r>
          </a:p>
        </p:txBody>
      </p:sp>
      <p:sp>
        <p:nvSpPr>
          <p:cNvPr id="6" name="auth-command">
            <a:extLst xmlns:a="http://schemas.openxmlformats.org/drawingml/2006/main">
              <a:ext uri="{FF2B5EF4-FFF2-40B4-BE49-F238E27FC236}">
                <a16:creationId xmlns:a16="http://schemas.microsoft.com/office/drawing/2014/main" id="{0C507CFD-17D1-44F8-A1AC-910F159E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C86A"/>
                </a:solidFill>
              </a:defRPr>
            </a:pPr>
            <a:r>
              <a:rPr sz="1875" b="1">
                <a:solidFill>
                  <a:srgbClr val="F9C86A"/>
                </a:solidFill>
              </a:rPr>
              <a:t>node dist\cli.js login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eb31f033e4279"/>
          <a:srcRect xmlns:a="http://schemas.openxmlformats.org/drawingml/2006/main" l="0" t="21124" r="0" b="21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619250"/>
            <a:ext cx="6743700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109AD-992E-4525-9EDC-14A857CD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7437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c9b2209484761"/>
          <a:srcRect xmlns:a="http://schemas.openxmlformats.org/drawingml/2006/main" l="0" t="31168" r="0" b="31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4095750"/>
            <a:ext cx="67437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C3F6-FD0C-4353-ACC4-34C86A3C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74370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0107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06009-F03A-4291-99CC-3A0CA4C9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91D46BB9-ABF0-411E-A179-B50DD03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READ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FEA63C3-C430-4CEE-B47B-C60BF2B1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필요한 파일을 읽고 답변의 근거로 사용한다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6D6A625-4A33-498A-971B-A22F0367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03</a:t>
            </a:r>
          </a:p>
        </p:txBody>
      </p:sp>
      <p:sp>
        <p:nvSpPr>
          <p:cNvPr id="5" name="bullet-190-0">
            <a:extLst xmlns:a="http://schemas.openxmlformats.org/drawingml/2006/main">
              <a:ext uri="{FF2B5EF4-FFF2-40B4-BE49-F238E27FC236}">
                <a16:creationId xmlns:a16="http://schemas.microsoft.com/office/drawing/2014/main" id="{0E9405B6-ED8A-4836-AF9B-C3D70CE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6" name="bullet-text-190-0">
            <a:extLst xmlns:a="http://schemas.openxmlformats.org/drawingml/2006/main">
              <a:ext uri="{FF2B5EF4-FFF2-40B4-BE49-F238E27FC236}">
                <a16:creationId xmlns:a16="http://schemas.microsoft.com/office/drawing/2014/main" id="{AEB240C4-FD6A-4ED6-9E20-291588ED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사용자가 자연어로 파일을 지정</a:t>
            </a:r>
          </a:p>
        </p:txBody>
      </p:sp>
      <p:sp>
        <p:nvSpPr>
          <p:cNvPr id="7" name="bullet-190-1">
            <a:extLst xmlns:a="http://schemas.openxmlformats.org/drawingml/2006/main">
              <a:ext uri="{FF2B5EF4-FFF2-40B4-BE49-F238E27FC236}">
                <a16:creationId xmlns:a16="http://schemas.microsoft.com/office/drawing/2014/main" id="{023CE9BF-7A85-4533-B512-BDACE908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8" name="bullet-text-190-1">
            <a:extLst xmlns:a="http://schemas.openxmlformats.org/drawingml/2006/main">
              <a:ext uri="{FF2B5EF4-FFF2-40B4-BE49-F238E27FC236}">
                <a16:creationId xmlns:a16="http://schemas.microsoft.com/office/drawing/2014/main" id="{03EC01E4-7F4D-4EB6-86B0-BF8FF251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Agent가 read 도구를 호출</a:t>
            </a:r>
          </a:p>
        </p:txBody>
      </p:sp>
      <p:sp>
        <p:nvSpPr>
          <p:cNvPr id="9" name="bullet-190-2">
            <a:extLst xmlns:a="http://schemas.openxmlformats.org/drawingml/2006/main">
              <a:ext uri="{FF2B5EF4-FFF2-40B4-BE49-F238E27FC236}">
                <a16:creationId xmlns:a16="http://schemas.microsoft.com/office/drawing/2014/main" id="{B0118D7D-840E-4365-AA69-C3C3ECE1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10" name="bullet-text-190-2">
            <a:extLst xmlns:a="http://schemas.openxmlformats.org/drawingml/2006/main">
              <a:ext uri="{FF2B5EF4-FFF2-40B4-BE49-F238E27FC236}">
                <a16:creationId xmlns:a16="http://schemas.microsoft.com/office/drawing/2014/main" id="{D99FD618-A653-4ABC-8DDA-5DBF536F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PowerShell에서 원문을 다시 확인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f2bbdd9ec4046"/>
          <a:srcRect xmlns:a="http://schemas.openxmlformats.org/drawingml/2006/main" l="6308" t="0" r="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33789-4B89-4660-82EF-5345F2B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668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0057F-1092-425D-BB4D-F339EAD2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85F1E6E3-94BA-4B5D-BAD4-2233195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WRITE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E133C8B-338B-4683-B98A-B11D751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요청한 경로에 새 파일과 내용을 만든다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0342DCB-33D4-4F29-B901-B40A42A7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04</a:t>
            </a:r>
          </a:p>
        </p:txBody>
      </p:sp>
      <p:sp>
        <p:nvSpPr>
          <p:cNvPr id="5" name="bullet-190-0">
            <a:extLst xmlns:a="http://schemas.openxmlformats.org/drawingml/2006/main">
              <a:ext uri="{FF2B5EF4-FFF2-40B4-BE49-F238E27FC236}">
                <a16:creationId xmlns:a16="http://schemas.microsoft.com/office/drawing/2014/main" id="{FAD0D6D2-CECB-4FAF-BC14-D59614C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6" name="bullet-text-190-0">
            <a:extLst xmlns:a="http://schemas.openxmlformats.org/drawingml/2006/main">
              <a:ext uri="{FF2B5EF4-FFF2-40B4-BE49-F238E27FC236}">
                <a16:creationId xmlns:a16="http://schemas.microsoft.com/office/drawing/2014/main" id="{AE883581-BBFD-465F-9A14-F1080B2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경로와 저장할 내용을 자연어로 요청</a:t>
            </a:r>
          </a:p>
        </p:txBody>
      </p:sp>
      <p:sp>
        <p:nvSpPr>
          <p:cNvPr id="7" name="bullet-190-1">
            <a:extLst xmlns:a="http://schemas.openxmlformats.org/drawingml/2006/main">
              <a:ext uri="{FF2B5EF4-FFF2-40B4-BE49-F238E27FC236}">
                <a16:creationId xmlns:a16="http://schemas.microsoft.com/office/drawing/2014/main" id="{54847FF2-795B-41F9-8DAB-DE2E7FF9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8" name="bullet-text-190-1">
            <a:extLst xmlns:a="http://schemas.openxmlformats.org/drawingml/2006/main">
              <a:ext uri="{FF2B5EF4-FFF2-40B4-BE49-F238E27FC236}">
                <a16:creationId xmlns:a16="http://schemas.microsoft.com/office/drawing/2014/main" id="{78E2A4AA-E655-4D68-BADD-42CB326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write 실행 뒤 생성 완료 응답</a:t>
            </a:r>
          </a:p>
        </p:txBody>
      </p:sp>
      <p:sp>
        <p:nvSpPr>
          <p:cNvPr id="9" name="bullet-190-2">
            <a:extLst xmlns:a="http://schemas.openxmlformats.org/drawingml/2006/main">
              <a:ext uri="{FF2B5EF4-FFF2-40B4-BE49-F238E27FC236}">
                <a16:creationId xmlns:a16="http://schemas.microsoft.com/office/drawing/2014/main" id="{0C19650C-CDCD-4113-A7AC-8118961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10" name="bullet-text-190-2">
            <a:extLst xmlns:a="http://schemas.openxmlformats.org/drawingml/2006/main">
              <a:ext uri="{FF2B5EF4-FFF2-40B4-BE49-F238E27FC236}">
                <a16:creationId xmlns:a16="http://schemas.microsoft.com/office/drawing/2014/main" id="{FBA86950-62AC-4200-ACBF-B2F1CC4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Get-Content로 저장 결과 확인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da67669904e22"/>
          <a:srcRect xmlns:a="http://schemas.openxmlformats.org/drawingml/2006/main" l="6308" t="0" r="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B9467-1FDA-4C44-816C-1E51A97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1967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CB7D1-7C09-4CD4-BE3B-03F93CE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3273C3CB-A17B-477F-8F80-4945A0D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EDIT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60F7878-BF34-4D63-9776-79F9A76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기존 텍스트를 정확히 찾아 원하는 값으로 바꾼다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44ACFF8-5F13-49F6-8D48-769E63B4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05</a:t>
            </a:r>
          </a:p>
        </p:txBody>
      </p:sp>
      <p:sp>
        <p:nvSpPr>
          <p:cNvPr id="5" name="bullet-190-0">
            <a:extLst xmlns:a="http://schemas.openxmlformats.org/drawingml/2006/main">
              <a:ext uri="{FF2B5EF4-FFF2-40B4-BE49-F238E27FC236}">
                <a16:creationId xmlns:a16="http://schemas.microsoft.com/office/drawing/2014/main" id="{E278119C-1144-4126-8CFE-41E84396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6" name="bullet-text-190-0">
            <a:extLst xmlns:a="http://schemas.openxmlformats.org/drawingml/2006/main">
              <a:ext uri="{FF2B5EF4-FFF2-40B4-BE49-F238E27FC236}">
                <a16:creationId xmlns:a16="http://schemas.microsoft.com/office/drawing/2014/main" id="{C263FE92-477C-4C3B-ACA6-5FED6B5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변경 전 값 draft 확인</a:t>
            </a:r>
          </a:p>
        </p:txBody>
      </p:sp>
      <p:sp>
        <p:nvSpPr>
          <p:cNvPr id="7" name="bullet-190-1">
            <a:extLst xmlns:a="http://schemas.openxmlformats.org/drawingml/2006/main">
              <a:ext uri="{FF2B5EF4-FFF2-40B4-BE49-F238E27FC236}">
                <a16:creationId xmlns:a16="http://schemas.microsoft.com/office/drawing/2014/main" id="{2262263E-6B08-467E-839A-8F0D1C2E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8" name="bullet-text-190-1">
            <a:extLst xmlns:a="http://schemas.openxmlformats.org/drawingml/2006/main">
              <a:ext uri="{FF2B5EF4-FFF2-40B4-BE49-F238E27FC236}">
                <a16:creationId xmlns:a16="http://schemas.microsoft.com/office/drawing/2014/main" id="{D5CBC7D0-4F90-480C-B58B-65E200D0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edit 도구로 draft → final 변경</a:t>
            </a:r>
          </a:p>
        </p:txBody>
      </p:sp>
      <p:sp>
        <p:nvSpPr>
          <p:cNvPr id="9" name="bullet-190-2">
            <a:extLst xmlns:a="http://schemas.openxmlformats.org/drawingml/2006/main">
              <a:ext uri="{FF2B5EF4-FFF2-40B4-BE49-F238E27FC236}">
                <a16:creationId xmlns:a16="http://schemas.microsoft.com/office/drawing/2014/main" id="{E53647D9-26DC-4CF5-86FE-20BA7EE5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10" name="bullet-text-190-2">
            <a:extLst xmlns:a="http://schemas.openxmlformats.org/drawingml/2006/main">
              <a:ext uri="{FF2B5EF4-FFF2-40B4-BE49-F238E27FC236}">
                <a16:creationId xmlns:a16="http://schemas.microsoft.com/office/drawing/2014/main" id="{474B9411-12D8-4D8B-A73D-C3F18D6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변경 후 파일을 다시 열어 확인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ac11972ba40c1"/>
          <a:srcRect xmlns:a="http://schemas.openxmlformats.org/drawingml/2006/main" l="6308" t="0" r="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8E9AF-583A-4B6B-B81E-209D42BE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5138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5D570-3C8E-4B36-BADC-0D457A1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E91A9361-DCE2-41FD-9D4E-B2BDFE0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BASH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C979D254-54B8-46B5-8D12-837CD23F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작업공간에서 명령을 실행하고 출력까지 돌려준다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B402ED4-1611-44D0-AC30-480C30D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06</a:t>
            </a:r>
          </a:p>
        </p:txBody>
      </p:sp>
      <p:sp>
        <p:nvSpPr>
          <p:cNvPr id="5" name="bullet-190-0">
            <a:extLst xmlns:a="http://schemas.openxmlformats.org/drawingml/2006/main">
              <a:ext uri="{FF2B5EF4-FFF2-40B4-BE49-F238E27FC236}">
                <a16:creationId xmlns:a16="http://schemas.microsoft.com/office/drawing/2014/main" id="{89374F0B-589A-4BB9-B885-4BD36ABC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6" name="bullet-text-190-0">
            <a:extLst xmlns:a="http://schemas.openxmlformats.org/drawingml/2006/main">
              <a:ext uri="{FF2B5EF4-FFF2-40B4-BE49-F238E27FC236}">
                <a16:creationId xmlns:a16="http://schemas.microsoft.com/office/drawing/2014/main" id="{CDF2986A-980F-42F4-A8C7-F94619A1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사용자가 확인 명령을 자연어로 요청</a:t>
            </a:r>
          </a:p>
        </p:txBody>
      </p:sp>
      <p:sp>
        <p:nvSpPr>
          <p:cNvPr id="7" name="bullet-190-1">
            <a:extLst xmlns:a="http://schemas.openxmlformats.org/drawingml/2006/main">
              <a:ext uri="{FF2B5EF4-FFF2-40B4-BE49-F238E27FC236}">
                <a16:creationId xmlns:a16="http://schemas.microsoft.com/office/drawing/2014/main" id="{6CB9672A-58BA-409D-BBDB-2B023441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8" name="bullet-text-190-1">
            <a:extLst xmlns:a="http://schemas.openxmlformats.org/drawingml/2006/main">
              <a:ext uri="{FF2B5EF4-FFF2-40B4-BE49-F238E27FC236}">
                <a16:creationId xmlns:a16="http://schemas.microsoft.com/office/drawing/2014/main" id="{1715A614-EE72-4107-AED8-FE16A73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bash가 exit code와 stdout 반환</a:t>
            </a:r>
          </a:p>
        </p:txBody>
      </p:sp>
      <p:sp>
        <p:nvSpPr>
          <p:cNvPr id="9" name="bullet-190-2">
            <a:extLst xmlns:a="http://schemas.openxmlformats.org/drawingml/2006/main">
              <a:ext uri="{FF2B5EF4-FFF2-40B4-BE49-F238E27FC236}">
                <a16:creationId xmlns:a16="http://schemas.microsoft.com/office/drawing/2014/main" id="{1B25D171-B4D0-4589-9B06-EF3525F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6E8"/>
                </a:solidFill>
              </a:defRPr>
            </a:pPr>
            <a:r>
              <a:rPr sz="1800" b="1">
                <a:solidFill>
                  <a:srgbClr val="57D6E8"/>
                </a:solidFill>
              </a:rPr>
              <a:t>•</a:t>
            </a:r>
          </a:p>
        </p:txBody>
      </p:sp>
      <p:sp>
        <p:nvSpPr>
          <p:cNvPr id="10" name="bullet-text-190-2">
            <a:extLst xmlns:a="http://schemas.openxmlformats.org/drawingml/2006/main">
              <a:ext uri="{FF2B5EF4-FFF2-40B4-BE49-F238E27FC236}">
                <a16:creationId xmlns:a16="http://schemas.microsoft.com/office/drawing/2014/main" id="{6ACAA09D-C4A8-435F-AF03-4A10B70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같은 명령을 PowerShell에서 재확인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7c7b9a14e4142"/>
          <a:srcRect xmlns:a="http://schemas.openxmlformats.org/drawingml/2006/main" l="6308" t="0" r="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CAD3D-FC30-4523-B4E1-B82A01E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0915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5B622-7FD6-4946-87BF-C5EA063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EAA0FA61-E424-43EA-B32D-755F0CC3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AGENT LOOP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EBBB1F31-A7E3-4092-A88E-69548D4F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요청과 도구 결과가 다음 응답으로 이어진다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813D02F-D871-4FF2-BAF1-31F657E9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07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A05DEC60-983E-49E2-8FE9-4B14B4C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사용자 요청</a:t>
            </a:r>
          </a:p>
        </p:txBody>
      </p:sp>
      <p:sp>
        <p:nvSpPr>
          <p:cNvPr id="6" name="arrow-0">
            <a:extLst xmlns:a="http://schemas.openxmlformats.org/drawingml/2006/main">
              <a:ext uri="{FF2B5EF4-FFF2-40B4-BE49-F238E27FC236}">
                <a16:creationId xmlns:a16="http://schemas.microsoft.com/office/drawing/2014/main" id="{13630F6E-28E1-4EA5-9017-3B8F49C1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7D6E8"/>
                </a:solidFill>
              </a:defRPr>
            </a:pPr>
            <a:r>
              <a:rPr sz="2100" b="1">
                <a:solidFill>
                  <a:srgbClr val="57D6E8"/>
                </a:solidFill>
              </a:rPr>
              <a:t>→</a:t>
            </a:r>
          </a:p>
        </p:txBody>
      </p:sp>
      <p:sp>
        <p:nvSpPr>
          <p:cNvPr id="7" name="loop-1">
            <a:extLst xmlns:a="http://schemas.openxmlformats.org/drawingml/2006/main">
              <a:ext uri="{FF2B5EF4-FFF2-40B4-BE49-F238E27FC236}">
                <a16:creationId xmlns:a16="http://schemas.microsoft.com/office/drawing/2014/main" id="{C1CFBB4A-5460-4F10-AD2B-A53AAA4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Codex 응답</a:t>
            </a:r>
          </a:p>
        </p:txBody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315F29D9-B1AF-4EDF-9B2B-0538208A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193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7D6E8"/>
                </a:solidFill>
              </a:defRPr>
            </a:pPr>
            <a:r>
              <a:rPr sz="2100" b="1">
                <a:solidFill>
                  <a:srgbClr val="57D6E8"/>
                </a:solidFill>
              </a:rPr>
              <a:t>→</a:t>
            </a:r>
          </a:p>
        </p:txBody>
      </p:sp>
      <p:sp>
        <p:nvSpPr>
          <p:cNvPr id="9" name="loop-2">
            <a:extLst xmlns:a="http://schemas.openxmlformats.org/drawingml/2006/main">
              <a:ext uri="{FF2B5EF4-FFF2-40B4-BE49-F238E27FC236}">
                <a16:creationId xmlns:a16="http://schemas.microsoft.com/office/drawing/2014/main" id="{3A71759F-8913-438F-9BB8-FDC8246F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도구 실행</a:t>
            </a:r>
          </a:p>
        </p:txBody>
      </p:sp>
      <p:sp>
        <p:nvSpPr>
          <p:cNvPr id="10" name="arrow-2">
            <a:extLst xmlns:a="http://schemas.openxmlformats.org/drawingml/2006/main">
              <a:ext uri="{FF2B5EF4-FFF2-40B4-BE49-F238E27FC236}">
                <a16:creationId xmlns:a16="http://schemas.microsoft.com/office/drawing/2014/main" id="{B7775722-580F-4EF0-AEEE-7DC6DDD7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7D6E8"/>
                </a:solidFill>
              </a:defRPr>
            </a:pPr>
            <a:r>
              <a:rPr sz="2100" b="1">
                <a:solidFill>
                  <a:srgbClr val="57D6E8"/>
                </a:solidFill>
              </a:rPr>
              <a:t>→</a:t>
            </a:r>
          </a:p>
        </p:txBody>
      </p:sp>
      <p:sp>
        <p:nvSpPr>
          <p:cNvPr id="11" name="loop-3">
            <a:extLst xmlns:a="http://schemas.openxmlformats.org/drawingml/2006/main">
              <a:ext uri="{FF2B5EF4-FFF2-40B4-BE49-F238E27FC236}">
                <a16:creationId xmlns:a16="http://schemas.microsoft.com/office/drawing/2014/main" id="{70C5BD1E-689B-400D-8284-0EC99F5B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E39B"/>
                </a:solidFill>
              </a:defRPr>
            </a:pPr>
            <a:r>
              <a:rPr sz="1650" b="1">
                <a:solidFill>
                  <a:srgbClr val="57E39B"/>
                </a:solidFill>
              </a:rPr>
              <a:t>ToolResult</a:t>
            </a:r>
          </a:p>
        </p:txBody>
      </p:sp>
      <p:sp>
        <p:nvSpPr>
          <p:cNvPr id="12" name="arrow-3">
            <a:extLst xmlns:a="http://schemas.openxmlformats.org/drawingml/2006/main">
              <a:ext uri="{FF2B5EF4-FFF2-40B4-BE49-F238E27FC236}">
                <a16:creationId xmlns:a16="http://schemas.microsoft.com/office/drawing/2014/main" id="{39599BFF-F052-47F7-8E6E-1E916BD7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7D6E8"/>
                </a:solidFill>
              </a:defRPr>
            </a:pPr>
            <a:r>
              <a:rPr sz="2100" b="1">
                <a:solidFill>
                  <a:srgbClr val="57D6E8"/>
                </a:solidFill>
              </a:rPr>
              <a:t>→</a:t>
            </a:r>
          </a:p>
        </p:txBody>
      </p:sp>
      <p:sp>
        <p:nvSpPr>
          <p:cNvPr id="13" name="loop-4">
            <a:extLst xmlns:a="http://schemas.openxmlformats.org/drawingml/2006/main">
              <a:ext uri="{FF2B5EF4-FFF2-40B4-BE49-F238E27FC236}">
                <a16:creationId xmlns:a16="http://schemas.microsoft.com/office/drawing/2014/main" id="{F39BC5F1-B094-48BF-90C4-7022ECD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최종 답변</a:t>
            </a:r>
          </a:p>
        </p:txBody>
      </p:sp>
      <p:sp>
        <p:nvSpPr>
          <p:cNvPr id="14" name="loop-copy">
            <a:extLst xmlns:a="http://schemas.openxmlformats.org/drawingml/2006/main">
              <a:ext uri="{FF2B5EF4-FFF2-40B4-BE49-F238E27FC236}">
                <a16:creationId xmlns:a16="http://schemas.microsoft.com/office/drawing/2014/main" id="{79A34F32-6B84-40FB-9575-DF9ED4D8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91A4BE"/>
                </a:solidFill>
              </a:defRPr>
            </a:pPr>
            <a:r>
              <a:rPr sz="2025" b="0">
                <a:solidFill>
                  <a:srgbClr val="91A4BE"/>
                </a:solidFill>
              </a:rPr>
              <a:t>한 요청 안에서 여러 도구를 함께 호출할 수 있고,</a:t>
            </a:r>
          </a:p>
          <a:p xmlns:a="http://schemas.openxmlformats.org/drawingml/2006/main">
            <a:pPr algn="ctr">
              <a:defRPr sz="2025" b="0">
                <a:solidFill>
                  <a:srgbClr val="91A4BE"/>
                </a:solidFill>
              </a:defRPr>
            </a:pPr>
            <a:r>
              <a:rPr sz="2025" b="0">
                <a:solidFill>
                  <a:srgbClr val="91A4BE"/>
                </a:solidFill>
              </a:rPr>
              <a:t>각 결과는 JSONL 대화 기록에 순서대로 남는다.</a:t>
            </a:r>
          </a:p>
        </p:txBody>
      </p:sp>
    </p:spTree>
    <p:extLst>
      <p:ext uri="{BB962C8B-B14F-4D97-AF65-F5344CB8AC3E}">
        <p14:creationId xmlns:p14="http://schemas.microsoft.com/office/powerpoint/2010/main" val="324368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0B911-CFC5-437F-BFB9-BDD5B88B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6F159298-0FCA-4312-B415-FAF1079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D6E8"/>
                </a:solidFill>
              </a:defRPr>
            </a:pPr>
            <a:r>
              <a:rPr sz="1350" b="1">
                <a:solidFill>
                  <a:srgbClr val="57D6E8"/>
                </a:solidFill>
              </a:rPr>
              <a:t>COMPOSITE TASK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B0704915-E627-4D82-8F79-6B6062E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</a:defRPr>
            </a:pPr>
            <a:r>
              <a:rPr sz="2850" b="1">
                <a:solidFill>
                  <a:srgbClr val="F4F8FF"/>
                </a:solidFill>
              </a:rPr>
              <a:t>한 요청에서 읽기·생성·수정·명령 실행을 함께 처리한다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0060440A-9F10-4083-8011-AEBFF8C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A4BE"/>
                </a:solidFill>
              </a:defRPr>
            </a:pPr>
            <a:r>
              <a:rPr sz="1050" b="1">
                <a:solidFill>
                  <a:srgbClr val="91A4BE"/>
                </a:solidFill>
              </a:rPr>
              <a:t>08</a:t>
            </a:r>
          </a:p>
        </p:txBody>
      </p:sp>
      <p:sp>
        <p:nvSpPr>
          <p:cNvPr id="5" name="batch">
            <a:extLst xmlns:a="http://schemas.openxmlformats.org/drawingml/2006/main">
              <a:ext uri="{FF2B5EF4-FFF2-40B4-BE49-F238E27FC236}">
                <a16:creationId xmlns:a16="http://schemas.microsoft.com/office/drawing/2014/main" id="{6847F68D-561F-44EC-9783-E0DD6C5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C86A"/>
                </a:solidFill>
              </a:defRPr>
            </a:pPr>
            <a:r>
              <a:rPr sz="2100" b="1">
                <a:solidFill>
                  <a:srgbClr val="F9C86A"/>
                </a:solidFill>
              </a:rPr>
              <a:t>read  +  write  +  edit  +  bash</a:t>
            </a:r>
          </a:p>
        </p:txBody>
      </p:sp>
      <p:sp>
        <p:nvSpPr>
          <p:cNvPr id="6" name="batch-copy">
            <a:extLst xmlns:a="http://schemas.openxmlformats.org/drawingml/2006/main">
              <a:ext uri="{FF2B5EF4-FFF2-40B4-BE49-F238E27FC236}">
                <a16:creationId xmlns:a16="http://schemas.microsoft.com/office/drawing/2014/main" id="{601FD842-3976-406B-AFF6-05D99DCD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8FF"/>
                </a:solidFill>
              </a:defRPr>
            </a:pPr>
            <a:r>
              <a:rPr sz="1875" b="1">
                <a:solidFill>
                  <a:srgbClr val="F4F8FF"/>
                </a:solidFill>
              </a:rPr>
              <a:t>네 ToolResult를 받은 뒤</a:t>
            </a:r>
          </a:p>
          <a:p xmlns:a="http://schemas.openxmlformats.org/drawingml/2006/main">
            <a:pPr algn="l">
              <a:defRPr sz="1875" b="1">
                <a:solidFill>
                  <a:srgbClr val="F4F8FF"/>
                </a:solidFill>
              </a:defRPr>
            </a:pPr>
            <a:r>
              <a:rPr sz="1875" b="1">
                <a:solidFill>
                  <a:srgbClr val="F4F8FF"/>
                </a:solidFill>
              </a:rPr>
              <a:t>하나의 최종 답변으로 정리한다.</a:t>
            </a:r>
          </a:p>
        </p:txBody>
      </p:sp>
      <p:sp>
        <p:nvSpPr>
          <p:cNvPr id="7" name="batch-jsonl">
            <a:extLst xmlns:a="http://schemas.openxmlformats.org/drawingml/2006/main">
              <a:ext uri="{FF2B5EF4-FFF2-40B4-BE49-F238E27FC236}">
                <a16:creationId xmlns:a16="http://schemas.microsoft.com/office/drawing/2014/main" id="{7FE9AFE2-676A-45B9-8888-37D104F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E39B"/>
                </a:solidFill>
              </a:defRPr>
            </a:pPr>
            <a:r>
              <a:rPr sz="1800" b="1">
                <a:solidFill>
                  <a:srgbClr val="57E39B"/>
                </a:solidFill>
              </a:rPr>
              <a:t>대화 기록: 9개</a:t>
            </a:r>
          </a:p>
          <a:p xmlns:a="http://schemas.openxmlformats.org/drawingml/2006/main">
            <a:pPr algn="l">
              <a:defRPr sz="1800" b="1">
                <a:solidFill>
                  <a:srgbClr val="57E39B"/>
                </a:solidFill>
              </a:defRPr>
            </a:pPr>
            <a:r>
              <a:rPr sz="1800" b="1">
                <a:solidFill>
                  <a:srgbClr val="57E39B"/>
                </a:solidFill>
              </a:rPr>
              <a:t>도구 결과: 4개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c98e46fba4f85"/>
          <a:srcRect xmlns:a="http://schemas.openxmlformats.org/drawingml/2006/main" l="6308" t="0" r="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5068C-FA5C-4661-AC94-4043FD2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6362700" cy="4095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9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1018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">
            <a:extLst xmlns:a="http://schemas.openxmlformats.org/drawingml/2006/main">
              <a:ext uri="{FF2B5EF4-FFF2-40B4-BE49-F238E27FC236}">
                <a16:creationId xmlns:a16="http://schemas.microsoft.com/office/drawing/2014/main" id="{DA35712C-BB1B-4168-BB50-8866269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6E8"/>
                </a:solidFill>
              </a:defRPr>
            </a:pPr>
            <a:r>
              <a:rPr sz="1650" b="1">
                <a:solidFill>
                  <a:srgbClr val="57D6E8"/>
                </a:solidFill>
              </a:rPr>
              <a:t>AGENT FORGE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99A8B48-4D64-488D-87D3-DE07FE36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8FF"/>
                </a:solidFill>
              </a:defRPr>
            </a:pPr>
            <a:r>
              <a:rPr sz="3900" b="1">
                <a:solidFill>
                  <a:srgbClr val="F4F8FF"/>
                </a:solidFill>
              </a:rPr>
              <a:t>요청은 자연어로,</a:t>
            </a:r>
          </a:p>
          <a:p xmlns:a="http://schemas.openxmlformats.org/drawingml/2006/main">
            <a:pPr algn="l">
              <a:defRPr sz="3900" b="1">
                <a:solidFill>
                  <a:srgbClr val="F4F8FF"/>
                </a:solidFill>
              </a:defRPr>
            </a:pPr>
            <a:r>
              <a:rPr sz="3900" b="1">
                <a:solidFill>
                  <a:srgbClr val="F4F8FF"/>
                </a:solidFill>
              </a:rPr>
              <a:t>작업은 실제 파일과 명령으로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434B7DC6-7C2E-4932-9238-3D023525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1A4BE"/>
                </a:solidFill>
              </a:defRPr>
            </a:pPr>
            <a:r>
              <a:rPr sz="2100" b="0">
                <a:solidFill>
                  <a:srgbClr val="91A4BE"/>
                </a:solidFill>
              </a:rPr>
              <a:t>읽고 · 만들고 · 수정하고 · 실행한 결과가</a:t>
            </a:r>
          </a:p>
          <a:p xmlns:a="http://schemas.openxmlformats.org/drawingml/2006/main">
            <a:pPr algn="l">
              <a:defRPr sz="2100" b="0">
                <a:solidFill>
                  <a:srgbClr val="91A4BE"/>
                </a:solidFill>
              </a:defRPr>
            </a:pPr>
            <a:r>
              <a:rPr sz="2100" b="0">
                <a:solidFill>
                  <a:srgbClr val="91A4BE"/>
                </a:solidFill>
              </a:rPr>
              <a:t>대화와 JSONL 기록으로 함께 남는다.</a:t>
            </a:r>
          </a:p>
        </p:txBody>
      </p:sp>
      <p:sp>
        <p:nvSpPr>
          <p:cNvPr id="4" name="close-flow">
            <a:extLst xmlns:a="http://schemas.openxmlformats.org/drawingml/2006/main">
              <a:ext uri="{FF2B5EF4-FFF2-40B4-BE49-F238E27FC236}">
                <a16:creationId xmlns:a16="http://schemas.microsoft.com/office/drawing/2014/main" id="{F070AD46-E714-42F3-B151-97F63B42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7E39B"/>
                </a:solidFill>
              </a:defRPr>
            </a:pPr>
            <a:r>
              <a:rPr sz="1725" b="1">
                <a:solidFill>
                  <a:srgbClr val="57E39B"/>
                </a:solidFill>
              </a:rPr>
              <a:t>READ   WRITE   EDIT   BASH   SESSION</a:t>
            </a:r>
          </a:p>
        </p:txBody>
      </p:sp>
    </p:spTree>
    <p:extLst>
      <p:ext uri="{BB962C8B-B14F-4D97-AF65-F5344CB8AC3E}">
        <p14:creationId xmlns:p14="http://schemas.microsoft.com/office/powerpoint/2010/main" val="1777137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2026-08-22T08:50:12.2000000Z</dcterms:created>
  <dcterms:modified xsi:type="dcterms:W3CDTF">2026-08-22T08:50:12.2000000Z</dcterms:modified>
</coreProperties>
</file>